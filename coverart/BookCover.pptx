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E"/>
    <a:srgbClr val="706C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87"/>
    <p:restoredTop sz="94719"/>
  </p:normalViewPr>
  <p:slideViewPr>
    <p:cSldViewPr snapToGrid="0" snapToObjects="1">
      <p:cViewPr varScale="1">
        <p:scale>
          <a:sx n="120" d="100"/>
          <a:sy n="120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C74C-E356-2DA6-BD44-EAB8AE833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8E009-1D04-71CE-BC5C-CC6ADCE95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6871F-9BD1-057D-7261-F415018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37EFB-7C60-271E-1634-5FCC8BDE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666B8-559D-361D-7EA7-8D28270C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6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20B9-4A61-D225-7AA8-AC542834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428B9-1758-46FB-E587-868A551D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28411-5DD2-EDF0-53F9-1C56AD831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721D6-C5A2-98F2-FBFC-BE918D020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79CEE-7C59-F3D8-EB0E-596700343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53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3736-3288-078B-7D46-5317D0FC2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C6783-858E-6628-5833-7B7A175CA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E8E2B-AD3C-EA57-9832-87423677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2424E-909E-03F0-F9AF-75495A91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1B9FD-B323-E3E6-2C1D-648F9667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21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2722-A908-AC61-B0CF-14B700F6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3960D-3FEA-DF88-048C-FC372E0F36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C9000-6C63-5651-ABB6-399EC8F6C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AC74E-C593-FB3C-9F51-CF950E71E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69A4E-3F04-F283-1680-8F68633C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FC9DB-5EF9-BC64-992B-6C7107FC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4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ED63-38E4-0D15-3CEC-46AAF99E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C8DAE-4BDF-FEC7-4E71-62B676745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F4F0F-27D9-8B68-6E08-2DA42F3438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1D8E53-A77D-36D9-38A1-C2320137F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B2DC0-4302-B6F0-E2A7-4CBE013A2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8A2F55-3DAA-3E63-24F3-5B2D53833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50C59-4999-7691-F40F-1244F3AB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9C9230-A349-9BA2-1748-B30646D7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72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69F1D-CB03-6B2D-42AB-826030A99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8FCCF-354B-A8AD-729F-05717D57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A2AB2-A446-C43D-1840-2F090C84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65107-A30B-F718-2841-826404473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98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DCD61-64B8-452D-E336-C0829F4FD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A08ABD-CE8E-14E2-DB98-C523FD15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0C5D6-C9F2-4B86-946B-9E691AA0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2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F573-EE80-410C-0274-C740B14FD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F75ED-1CEC-81F9-09F0-D0060085E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E97AC-26A5-987D-D91F-A4FF2B0C4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27361-4217-61FA-8DB9-07E5E619D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3D2A0-D0EE-8818-BE2B-C7F6E97F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C3DEB-1B5C-5B51-53FC-B5AD63ED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0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47EB-8F8A-7213-CFBE-4483695FC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8A120D-7A9C-5076-14CB-8699B3CF34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FCB8B-5447-D2DA-B217-5DEA5677B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ADA93-9D78-B9F0-6A68-F0B640A5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F99A0-C248-5059-B65D-1905B17B6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B15DA-8834-8755-CDE3-0BE367C0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2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F215-2571-6973-A454-96DFF5E1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A8135-7263-8C3C-4A26-8DD61F21F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B1BB3-DC74-CB5C-41CB-0195C656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6B81-00A2-DA9D-6450-36BD9EFBA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368C5-CD3A-A97F-965E-DA0CCC1F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18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4214D0-72F8-86C2-A95C-DB1171970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EB616-1263-F3FF-DC8B-B8DEBD503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A655B-0382-B54F-FFEC-3E897F0A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CBFDB-956F-B8E2-9CE4-7B8B9B828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4520C-35A6-1C76-6028-3E5979DFD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50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3011A-6357-C398-405A-A3D097467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1D1B2-7AB8-5F2D-5A27-742E1FFFF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20AB7-EF5D-0D30-7E4F-F637A8C57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FD67D-3ABE-2C43-99F2-77541DD378A1}" type="datetimeFigureOut">
              <a:rPr lang="en-US" smtClean="0"/>
              <a:t>6/23/22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15AEE-753E-032F-E328-8A0321A51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F46BE-67C2-4A14-98F4-CFB9B8916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DC5DB-AAE4-A74D-89BF-5AF568030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419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F82E7B-85F1-EFDC-F593-F795E673C10F}"/>
              </a:ext>
            </a:extLst>
          </p:cNvPr>
          <p:cNvSpPr/>
          <p:nvPr/>
        </p:nvSpPr>
        <p:spPr>
          <a:xfrm>
            <a:off x="3852068" y="0"/>
            <a:ext cx="4487863" cy="6858000"/>
          </a:xfrm>
          <a:prstGeom prst="rect">
            <a:avLst/>
          </a:prstGeom>
          <a:solidFill>
            <a:srgbClr val="706CA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0C433E-630D-CCFD-F33C-D28E798CE8D9}"/>
              </a:ext>
            </a:extLst>
          </p:cNvPr>
          <p:cNvSpPr txBox="1"/>
          <p:nvPr/>
        </p:nvSpPr>
        <p:spPr>
          <a:xfrm>
            <a:off x="4225953" y="289521"/>
            <a:ext cx="386780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Helvetica" pitchFamily="2" charset="0"/>
              </a:rPr>
              <a:t>Reproducible Science</a:t>
            </a:r>
          </a:p>
          <a:p>
            <a:r>
              <a:rPr lang="en-US" sz="2000" dirty="0">
                <a:solidFill>
                  <a:schemeClr val="bg1"/>
                </a:solidFill>
                <a:latin typeface="Helvetica" pitchFamily="2" charset="0"/>
              </a:rPr>
              <a:t>A Primer on Workflows to Support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B40D05-14AB-D687-A24C-9A510D1FEFCC}"/>
              </a:ext>
            </a:extLst>
          </p:cNvPr>
          <p:cNvSpPr txBox="1"/>
          <p:nvPr/>
        </p:nvSpPr>
        <p:spPr>
          <a:xfrm>
            <a:off x="4225953" y="5344511"/>
            <a:ext cx="3867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Helvetica" pitchFamily="2" charset="0"/>
              </a:rPr>
              <a:t>Nelson Roque, PhD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80B974-7B5D-D9C7-83A9-38CD5DA98E0A}"/>
              </a:ext>
            </a:extLst>
          </p:cNvPr>
          <p:cNvSpPr/>
          <p:nvPr/>
        </p:nvSpPr>
        <p:spPr>
          <a:xfrm>
            <a:off x="4162095" y="2265525"/>
            <a:ext cx="3867808" cy="2795752"/>
          </a:xfrm>
          <a:prstGeom prst="roundRect">
            <a:avLst/>
          </a:prstGeom>
          <a:solidFill>
            <a:srgbClr val="FFFFFE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 descr="What is Reproducible Research? - Displayr">
            <a:extLst>
              <a:ext uri="{FF2B5EF4-FFF2-40B4-BE49-F238E27FC236}">
                <a16:creationId xmlns:a16="http://schemas.microsoft.com/office/drawing/2014/main" id="{1B32B4A6-41D0-CCA4-4BDF-63171904C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57" y="2611567"/>
            <a:ext cx="3114683" cy="210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97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Nelson Roque</dc:creator>
  <cp:lastModifiedBy>Nelson Roque</cp:lastModifiedBy>
  <cp:revision>5</cp:revision>
  <dcterms:created xsi:type="dcterms:W3CDTF">2022-06-23T17:26:03Z</dcterms:created>
  <dcterms:modified xsi:type="dcterms:W3CDTF">2022-06-23T23:18:27Z</dcterms:modified>
</cp:coreProperties>
</file>